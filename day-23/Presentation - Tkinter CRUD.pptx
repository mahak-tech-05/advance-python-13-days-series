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HK Grotesk Semi-Bold" charset="1" panose="00000700000000000000"/>
      <p:regular r:id="rId23"/>
    </p:embeddedFont>
    <p:embeddedFont>
      <p:font typeface="HK Grotesk" charset="1" panose="00000500000000000000"/>
      <p:regular r:id="rId24"/>
    </p:embeddedFont>
    <p:embeddedFont>
      <p:font typeface="Noto Serif Display ExtraCondensed Light" charset="1" panose="02020406080505020204"/>
      <p:regular r:id="rId25"/>
    </p:embeddedFont>
    <p:embeddedFont>
      <p:font typeface="HK Grotesk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38300"/>
            <a:ext cx="688657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 u="none">
                <a:solidFill>
                  <a:srgbClr val="6B7EA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Python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4469130"/>
            <a:ext cx="6886575" cy="5093970"/>
            <a:chOff x="0" y="0"/>
            <a:chExt cx="9182100" cy="67919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23316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Presented by [Your Name Here]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66700"/>
              <a:ext cx="9182100" cy="5097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400"/>
                </a:lnSpc>
              </a:pPr>
              <a:r>
                <a:rPr lang="en-US" sz="14400" spc="-288">
                  <a:solidFill>
                    <a:srgbClr val="47577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Tkinter CRUD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47577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Introduction to Tkinter and GUI Basics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619672"/>
            <a:chOff x="0" y="0"/>
            <a:chExt cx="5346700" cy="21595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Tkinter is Python's standard GUI toolkit.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Tkinter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618693"/>
            <a:chOff x="0" y="0"/>
            <a:chExt cx="5346700" cy="21582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GUI provides a visual interface for users.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GUI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619250"/>
            <a:chOff x="0" y="0"/>
            <a:chExt cx="5346700" cy="21590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GUI enhances user interaction with software applications.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User Interaction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493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47577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Understanding CRUD Operations in Programming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619672"/>
            <a:chOff x="0" y="0"/>
            <a:chExt cx="5346700" cy="21595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Adding new records to the database system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Create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618693"/>
            <a:chOff x="0" y="0"/>
            <a:chExt cx="5346700" cy="21582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Viewing and retrieving existing data records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Read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619250"/>
            <a:chOff x="0" y="0"/>
            <a:chExt cx="5346700" cy="21590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Modifying and changing existing data entries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Update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493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47577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Overview of the Student Management System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953047"/>
            <a:chOff x="0" y="0"/>
            <a:chExt cx="5346700" cy="26040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Efficiently organize and oversee student information easily.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Manage Data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952068"/>
            <a:chOff x="0" y="0"/>
            <a:chExt cx="5346700" cy="26027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Hands-on experience with real-world database interaction.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Practical Learning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600200"/>
            <a:chOff x="0" y="0"/>
            <a:chExt cx="5346700" cy="21336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Intuitive design enhances usability for all students.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User-Friendly Interface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47577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Core Technologies for the Project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953047"/>
            <a:chOff x="0" y="0"/>
            <a:chExt cx="5346700" cy="26040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Python is a versatile programming language used widely.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Python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599643"/>
            <a:chOff x="0" y="0"/>
            <a:chExt cx="5346700" cy="21328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Tkinter is used for building graphical user interfaces.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Tkinter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600200"/>
            <a:chOff x="0" y="0"/>
            <a:chExt cx="5346700" cy="21336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MySQL is a powerful relational database management system.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MySQL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2362200"/>
            <a:chOff x="0" y="0"/>
            <a:chExt cx="9182100" cy="3149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47577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Database Setup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5908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Essential SQL commands for creation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6038850"/>
            <a:ext cx="6886575" cy="2343150"/>
            <a:chOff x="0" y="0"/>
            <a:chExt cx="9182100" cy="31242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SQL Commands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begin, you will need to create the database and the necessary table to store student information. Use the following SQL commands to accomplish these tasks successfully.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47577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MySQL Connection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Connecting Python to MySQL Database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Establishing Connection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connect Python with MySQL, you'll use the mysql.connector library. This allows for seamless database interactions, enabling you to perform CRUD operations effectively within your Tkinter application.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47577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Components of GUI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619672"/>
            <a:chOff x="0" y="0"/>
            <a:chExt cx="5346700" cy="21595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Clearly identify fields for user input and interaction.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Labels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618693"/>
            <a:chOff x="0" y="0"/>
            <a:chExt cx="5346700" cy="21582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Interactive elements that initiate actions and responses.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Buttons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981200"/>
            <a:chOff x="0" y="0"/>
            <a:chExt cx="5346700" cy="26416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Organizes components for intuitive user navigation and clarity.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Layout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2362200"/>
            <a:chOff x="0" y="0"/>
            <a:chExt cx="9182100" cy="3149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47577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Add Operation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5908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Inserting Data into Database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Insert Functionality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insert operation allows users to </a:t>
              </a:r>
              <a:r>
                <a:rPr lang="en-US" b="true" sz="2400" strike="noStrike" u="none">
                  <a:solidFill>
                    <a:srgbClr val="47577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add new records</a:t>
              </a: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to the database efficiently. This functionality is essential for managing </a:t>
              </a:r>
              <a:r>
                <a:rPr lang="en-US" b="true" sz="2400" strike="noStrike" u="none">
                  <a:solidFill>
                    <a:srgbClr val="47577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student information</a:t>
              </a: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within the Student Management System.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2362200"/>
            <a:chOff x="0" y="0"/>
            <a:chExt cx="9182100" cy="3149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47577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Display Data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5908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Treeview in Tkinter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6038850"/>
            <a:ext cx="6886575" cy="2343150"/>
            <a:chOff x="0" y="0"/>
            <a:chExt cx="9182100" cy="31242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Treeview Widget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</a:t>
              </a:r>
              <a:r>
                <a:rPr lang="en-US" b="true" sz="2400" strike="noStrike" u="none">
                  <a:solidFill>
                    <a:srgbClr val="47577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Treeview widget</a:t>
              </a: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in Tkinter allows for displaying tabular data in a structured format. It provides a flexible way to visualize database records, enhancing user interaction and data management.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47577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Update Operation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Selecting and modifying records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6038850"/>
            <a:ext cx="6886575" cy="2343150"/>
            <a:chOff x="0" y="0"/>
            <a:chExt cx="9182100" cy="31242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Update Functionality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update operation enables users to </a:t>
              </a:r>
              <a:r>
                <a:rPr lang="en-US" b="true" sz="2400" strike="noStrike" u="none">
                  <a:solidFill>
                    <a:srgbClr val="47577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select and change</a:t>
              </a: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existing data in the database efficiently. This ensures that the information remains accurate and up-to-date for all users.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47577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Delete Operation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Selecting and removing records efficiently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6038850"/>
            <a:ext cx="6886575" cy="2343150"/>
            <a:chOff x="0" y="0"/>
            <a:chExt cx="9182100" cy="31242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Deleting Records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delete operation enables you to </a:t>
              </a:r>
              <a:r>
                <a:rPr lang="en-US" b="true" sz="2400" strike="noStrike" u="none">
                  <a:solidFill>
                    <a:srgbClr val="47577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remove unwanted data</a:t>
              </a: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from your database. This process involves selecting the specific record and executing a delete command to maintain data integrity.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493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47577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Features of the Tkinter CRUD Application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953047"/>
            <a:chOff x="0" y="0"/>
            <a:chExt cx="5346700" cy="26040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Simplified interactions enhance the user experience significantly.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User-Friendly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599643"/>
            <a:chOff x="0" y="0"/>
            <a:chExt cx="5346700" cy="21328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Instant updates ensure data reflects the latest changes.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Real-Time Connectivity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952625"/>
            <a:chOff x="0" y="0"/>
            <a:chExt cx="5346700" cy="26035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Comprehensive operations support all necessary data management tasks.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Full CRUD Functionality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47577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Common Issues in MySQL Connections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619672"/>
            <a:chOff x="0" y="0"/>
            <a:chExt cx="5346700" cy="21595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Ensure the database server is running correctly.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Connection Failure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618693"/>
            <a:chOff x="0" y="0"/>
            <a:chExt cx="5346700" cy="21582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Check for required fields before submission errors.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Input Validation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619250"/>
            <a:chOff x="0" y="0"/>
            <a:chExt cx="5346700" cy="21590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Make sure the server is accessible and functional.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Server Issues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24870"/>
            <a:ext cx="544830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0"/>
              </a:lnSpc>
            </a:pPr>
            <a:r>
              <a:rPr lang="en-US" sz="8250" spc="-165">
                <a:solidFill>
                  <a:srgbClr val="47577B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Application Demonstration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210300"/>
            <a:ext cx="5448300" cy="2514600"/>
            <a:chOff x="0" y="0"/>
            <a:chExt cx="7264400" cy="33528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72644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Functionalities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39800"/>
              <a:ext cx="72644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This section showcases the main features of the Student Management System, including adding, displaying, updating, and deleting student records through an intuitive GUI.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0" y="676275"/>
            <a:ext cx="1217295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" t="0" r="-2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2362200"/>
            <a:chOff x="0" y="0"/>
            <a:chExt cx="9182100" cy="3149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47577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Conclusion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5908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takeaways from the project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6B7EA4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Tkinter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This project has provided a comprehensive understanding of </a:t>
              </a:r>
              <a:r>
                <a:rPr lang="en-US" b="true" sz="2400" strike="noStrike" u="none">
                  <a:solidFill>
                    <a:srgbClr val="47577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Tkinter</a:t>
              </a: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GUI development and the implementation of </a:t>
              </a:r>
              <a:r>
                <a:rPr lang="en-US" b="true" sz="2400" strike="noStrike" u="none">
                  <a:solidFill>
                    <a:srgbClr val="47577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CRUD</a:t>
              </a: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operations with </a:t>
              </a:r>
              <a:r>
                <a:rPr lang="en-US" b="true" sz="2400" strike="noStrike" u="none">
                  <a:solidFill>
                    <a:srgbClr val="47577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MySQL</a:t>
              </a: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enhancing Python programming skills with practical database interaction.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945"/>
            <a:ext cx="5448300" cy="2513755"/>
            <a:chOff x="0" y="0"/>
            <a:chExt cx="7264400" cy="335167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80975"/>
              <a:ext cx="72644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47577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 You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86474"/>
              <a:ext cx="72644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appreciate your attention and welcome your questions.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7639050"/>
            <a:ext cx="5448300" cy="1085850"/>
            <a:chOff x="0" y="0"/>
            <a:chExt cx="7264400" cy="1447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Phone: 123-456-7890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260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Email: hello@reallygreatsite.com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6520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47577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Website: reallygreatsite.com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cap="flat" w="19050">
            <a:solidFill>
              <a:srgbClr val="47577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Tkinter CRUD</dc:description>
  <dc:identifier>DAHFWg6EFyc</dc:identifier>
  <dcterms:modified xsi:type="dcterms:W3CDTF">2011-08-01T06:04:30Z</dcterms:modified>
  <cp:revision>1</cp:revision>
  <dc:title>Presentation - Tkinter CRUD</dc:title>
</cp:coreProperties>
</file>